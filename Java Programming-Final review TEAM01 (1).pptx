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4" r:id="rId6"/>
    <p:sldId id="278" r:id="rId7"/>
    <p:sldId id="280" r:id="rId8"/>
    <p:sldId id="283" r:id="rId9"/>
    <p:sldId id="271" r:id="rId10"/>
    <p:sldId id="281" r:id="rId11"/>
    <p:sldId id="287" r:id="rId12"/>
    <p:sldId id="289" r:id="rId13"/>
    <p:sldId id="288" r:id="rId14"/>
    <p:sldId id="290" r:id="rId15"/>
    <p:sldId id="291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81520-C6F9-4B5B-A589-C065DB564967}" v="19" dt="2026-04-04T08:50:49.8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52" d="100"/>
          <a:sy n="52" d="100"/>
        </p:scale>
        <p:origin x="908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857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07A5-14C6-E585-8655-9D9D52E5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451EA-1440-E913-BE4A-B614B423C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861F-0E31-A9FE-3DE3-C88AA9FD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FD6E-6CD7-73E7-5843-F5D2AC9D0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1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D6944-C75D-642A-33EC-861C4C9E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92471-DA30-4B37-FCA6-6EF20124D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FE530-0FC2-EC25-4907-8124FE661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E0AE-6066-70F2-58D0-DE497EDE9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59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E3C7-4CAC-83C5-06C3-42A79AAC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8F73F-5430-C4C7-24B7-978CB7B2C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D4E0F-8063-6714-0B2B-C4C7BFB3B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0EE7-BED2-805A-A166-2B514D3FD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3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65D4-DEED-8F77-7875-441F7EC65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0EE74-7167-873A-95DE-2209D38A4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B17A6-C5DF-DF2F-3449-59AE0E1E5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6B2E7-A9E4-7C60-5E8B-7C360EA4C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8334-1E7C-9B5D-22F4-8A0874D2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A05E5-57D3-9020-E1E8-13EECF182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E5D61-29D8-36CA-3B49-ED30EB6DC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6CBA9-998B-04E1-4DEE-A9C504897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98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0228F-58ED-A8A9-83F6-417BF9E8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092AC-450B-ED20-CC0E-863B8D3FB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D67FF-E9BF-B02A-BB9A-F8D92EE15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8B14A-9DA2-06A7-BD4E-CC42A4DF4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734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ev.mysql.com/doc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racle.com/" TargetMode="External"/><Relationship Id="rId5" Type="http://schemas.openxmlformats.org/officeDocument/2006/relationships/image" Target="../media/image6.jpg"/><Relationship Id="rId4" Type="http://schemas.openxmlformats.org/officeDocument/2006/relationships/image" Target="../media/image8.png"/><Relationship Id="rId9" Type="http://schemas.openxmlformats.org/officeDocument/2006/relationships/hyperlink" Target="https://www.geeksforgeeks.org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4230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GAME DEVELOPMENT 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(ROCK PAPER SCISSORS)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Geethika sri (24B11AI055)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B.Lavanya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(24B11AI047)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MD.Yasmeen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(24B11AI261)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N.Divya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(24B11AI280)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Artificial Intelligence And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0408" y="1191211"/>
            <a:ext cx="3770980" cy="54950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723900" y="1185265"/>
            <a:ext cx="8610600" cy="561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The </a:t>
            </a:r>
            <a:r>
              <a:rPr lang="en-IN" sz="2000" dirty="0"/>
              <a:t>Rock-Paper-Scissors Game </a:t>
            </a: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is a Java-based application designed to</a:t>
            </a:r>
            <a:r>
              <a:rPr lang="en-US" altLang="zh-CN" sz="2200" dirty="0">
                <a:latin typeface="Times New Roman" pitchFamily="18" charset="0"/>
              </a:rPr>
              <a:t>     provide an interactive and engaging gameplay experience.</a:t>
            </a:r>
            <a:endParaRPr lang="en-US" altLang="zh-CN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The system allows users to play the classic Rock-Paper-Scissors game against the computer, offering functionalities such as selecting moves, tracking scores, and determining the winner of each round.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dirty="0">
                <a:latin typeface="Times New Roman" pitchFamily="18" charset="0"/>
              </a:rPr>
              <a:t>The Game aims to enhance user engagement, logical decision-making, and entertainment by providing a simple, intuitive interface. </a:t>
            </a:r>
            <a:endParaRPr lang="en-US" altLang="zh-CN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The application </a:t>
            </a:r>
            <a:r>
              <a:rPr lang="en-US" altLang="zh-CN" sz="2200" dirty="0">
                <a:latin typeface="Times New Roman" pitchFamily="18" charset="0"/>
              </a:rPr>
              <a:t>is </a:t>
            </a: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developed using core Java concepts, including object-oriented programming, control statements, and user input handling, with a focus on accuracy and smooth gameplay.</a:t>
            </a:r>
            <a:endParaRPr lang="zh-CN" altLang="en-US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51B59-AD5A-81AD-7D42-C1CD5E589B58}"/>
              </a:ext>
            </a:extLst>
          </p:cNvPr>
          <p:cNvSpPr txBox="1"/>
          <p:nvPr/>
        </p:nvSpPr>
        <p:spPr>
          <a:xfrm>
            <a:off x="723900" y="1437175"/>
            <a:ext cx="8610600" cy="557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In a game environment, providing an engaging and interactive experience is essential.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Traditional </a:t>
            </a:r>
            <a:r>
              <a:rPr lang="en-US" altLang="zh-CN" sz="2200" dirty="0">
                <a:latin typeface="Times New Roman" pitchFamily="18" charset="0"/>
              </a:rPr>
              <a:t>pen-and-paper or simple online versions of Rock-Paper-Scissors can be repetitive and lack interactivity.</a:t>
            </a:r>
            <a:endParaRPr lang="en-US" altLang="zh-CN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A Java-based Rock-paper-Scissors game automates gameplay, allowing users to play efficiently against the computer while tracking scores and outcomes.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This project focuses on developing a console/GUI-based Java application for</a:t>
            </a:r>
            <a:r>
              <a:rPr lang="en-US" altLang="zh-CN" sz="2200" dirty="0">
                <a:latin typeface="Times New Roman" pitchFamily="18" charset="0"/>
              </a:rPr>
              <a:t> an enjoyable and user-friendly.</a:t>
            </a:r>
            <a:endParaRPr lang="en-US" altLang="zh-CN" sz="2000" dirty="0">
              <a:solidFill>
                <a:schemeClr val="tx1"/>
              </a:solidFill>
              <a:latin typeface="Droid Sa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17781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762000" y="1322610"/>
            <a:ext cx="8534400" cy="6402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marL="342900" lvl="3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The game is normally playe</a:t>
            </a:r>
            <a:r>
              <a:rPr lang="en-US" altLang="zh-CN" sz="2200" dirty="0">
                <a:latin typeface="Times New Roman" pitchFamily="18" charset="0"/>
              </a:rPr>
              <a:t>d manually between two people.</a:t>
            </a:r>
            <a:endParaRPr lang="en-US" altLang="zh-CN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dirty="0">
                <a:latin typeface="Times New Roman" pitchFamily="18" charset="0"/>
              </a:rPr>
              <a:t>There is no automation or computer opponent.</a:t>
            </a:r>
            <a:endParaRPr lang="en-US" altLang="zh-CN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285750" lvl="2" indent="-28575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No </a:t>
            </a:r>
            <a:r>
              <a:rPr lang="en-US" altLang="zh-CN" sz="2200" dirty="0">
                <a:latin typeface="Times New Roman" pitchFamily="18" charset="0"/>
              </a:rPr>
              <a:t>score tracking or replay option.</a:t>
            </a:r>
          </a:p>
          <a:p>
            <a:pPr marL="0" lvl="2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Proposed System</a:t>
            </a:r>
          </a:p>
          <a:p>
            <a:pPr marL="342900" lvl="2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The game is played between the user and the computer.</a:t>
            </a:r>
          </a:p>
          <a:p>
            <a:pPr marL="342900" lvl="2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itchFamily="18" charset="0"/>
              </a:rPr>
              <a:t>The computer generates a random choice.</a:t>
            </a:r>
          </a:p>
          <a:p>
            <a:pPr marL="342900" lvl="2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The program automati</a:t>
            </a:r>
            <a:r>
              <a:rPr lang="en-US" altLang="zh-CN" sz="2200" dirty="0">
                <a:latin typeface="Times New Roman" pitchFamily="18" charset="0"/>
              </a:rPr>
              <a:t>cally decides the winner.</a:t>
            </a:r>
          </a:p>
          <a:p>
            <a:pPr marL="342900" lvl="2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itchFamily="18" charset="0"/>
              </a:rPr>
              <a:t>The user can play again.</a:t>
            </a:r>
            <a:endParaRPr lang="en-US" altLang="zh-CN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810000" y="342558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987471" y="1053128"/>
            <a:ext cx="8305800" cy="6287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dirty="0">
                <a:latin typeface="Times New Roman" pitchFamily="18" charset="0"/>
              </a:rPr>
              <a:t>Non-Functional Requirements</a:t>
            </a:r>
            <a:r>
              <a:rPr lang="en-US" altLang="zh-CN" sz="22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dirty="0">
                <a:latin typeface="Times New Roman" pitchFamily="18" charset="0"/>
              </a:rPr>
              <a:t>Simple and user-friendly.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dirty="0">
                <a:latin typeface="Times New Roman" pitchFamily="18" charset="0"/>
              </a:rPr>
              <a:t>Fast execution.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Low memory usage.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dirty="0">
                <a:latin typeface="Times New Roman" pitchFamily="18" charset="0"/>
              </a:rPr>
              <a:t>Easy to understand and modify.</a:t>
            </a:r>
            <a:endParaRPr lang="en-US" altLang="zh-CN" sz="22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dirty="0">
                <a:latin typeface="Times New Roman" pitchFamily="18" charset="0"/>
              </a:rPr>
              <a:t>Hardware Requirements</a:t>
            </a:r>
            <a:r>
              <a:rPr lang="en-US" altLang="zh-CN" sz="22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Any Basic computer/laptop.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200" dirty="0">
                <a:latin typeface="Times New Roman" pitchFamily="18" charset="0"/>
              </a:rPr>
              <a:t>Minimum 2 GB RAM.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Software Requirements: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itchFamily="18" charset="0"/>
              </a:rPr>
              <a:t>JDK(Java).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itchFamily="18" charset="0"/>
              </a:rPr>
              <a:t>IDE or Command Prompt.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C03A-992A-CEAD-5FB8-68652782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EA7C8F04-95CA-C1E0-BFA2-4BFACD89E6B8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989C992-155F-6A68-0B08-3B39FFBAA62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031E1F9-FB82-922E-C796-97077F94E7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EAA2CC3-9696-811E-B5BE-5C184817770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65D09F8-C17C-F03E-88B8-4942A39F209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65154CDE-FB1D-92DB-77E9-9CDAB77B8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E89CD20-90CB-480C-A4EB-EC7405BED44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DD3B24-C6E3-C570-0D11-D85BD4A44819}"/>
              </a:ext>
            </a:extLst>
          </p:cNvPr>
          <p:cNvSpPr txBox="1"/>
          <p:nvPr/>
        </p:nvSpPr>
        <p:spPr>
          <a:xfrm>
            <a:off x="390419" y="1705918"/>
            <a:ext cx="967004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Users Table</a:t>
            </a:r>
          </a:p>
          <a:p>
            <a:r>
              <a:rPr lang="en-US" sz="2000" dirty="0"/>
              <a:t>Stores player information </a:t>
            </a:r>
          </a:p>
          <a:p>
            <a:r>
              <a:rPr lang="en-US" sz="2000" dirty="0"/>
              <a:t>Fields: </a:t>
            </a:r>
            <a:r>
              <a:rPr lang="en-US" sz="2000" dirty="0" err="1"/>
              <a:t>user_id</a:t>
            </a:r>
            <a:r>
              <a:rPr lang="en-US" sz="2000" dirty="0"/>
              <a:t>, username, password, </a:t>
            </a:r>
            <a:r>
              <a:rPr lang="en-US" sz="2000" dirty="0" err="1"/>
              <a:t>created_at</a:t>
            </a:r>
            <a:r>
              <a:rPr lang="en-US" sz="2000" dirty="0"/>
              <a:t> </a:t>
            </a:r>
          </a:p>
          <a:p>
            <a:r>
              <a:rPr lang="en-US" sz="2000" dirty="0"/>
              <a:t> Each user represents a player in the game</a:t>
            </a:r>
          </a:p>
          <a:p>
            <a:endParaRPr lang="en-US" dirty="0"/>
          </a:p>
          <a:p>
            <a:r>
              <a:rPr lang="en-US" b="1" dirty="0"/>
              <a:t>Games Table</a:t>
            </a:r>
          </a:p>
          <a:p>
            <a:r>
              <a:rPr lang="en-US" sz="2000" dirty="0"/>
              <a:t>Stores each game session </a:t>
            </a:r>
          </a:p>
          <a:p>
            <a:r>
              <a:rPr lang="en-US" sz="2000" dirty="0"/>
              <a:t>Fields: </a:t>
            </a:r>
            <a:r>
              <a:rPr lang="en-US" sz="2000" dirty="0" err="1"/>
              <a:t>game_id</a:t>
            </a:r>
            <a:r>
              <a:rPr lang="en-US" sz="2000" dirty="0"/>
              <a:t>, player1_id, player2_id, </a:t>
            </a:r>
            <a:r>
              <a:rPr lang="en-US" sz="2000" dirty="0" err="1"/>
              <a:t>winner_id</a:t>
            </a:r>
            <a:r>
              <a:rPr lang="en-US" sz="2000" dirty="0"/>
              <a:t>, </a:t>
            </a:r>
            <a:r>
              <a:rPr lang="en-US" sz="2000" dirty="0" err="1"/>
              <a:t>game_date</a:t>
            </a:r>
            <a:r>
              <a:rPr lang="en-US" sz="2000" dirty="0"/>
              <a:t> </a:t>
            </a:r>
          </a:p>
          <a:p>
            <a:r>
              <a:rPr lang="en-US" sz="2000" dirty="0"/>
              <a:t> Links two players and stores the winner.</a:t>
            </a:r>
          </a:p>
          <a:p>
            <a:endParaRPr lang="en-US" sz="2000" dirty="0"/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/>
              <a:t> </a:t>
            </a:r>
            <a:r>
              <a:rPr lang="en-US" b="1" dirty="0"/>
              <a:t>Moves Table</a:t>
            </a:r>
          </a:p>
          <a:p>
            <a:r>
              <a:rPr lang="en-US" sz="2000" dirty="0"/>
              <a:t>Stores moves played in each game </a:t>
            </a:r>
          </a:p>
          <a:p>
            <a:r>
              <a:rPr lang="en-US" sz="2000" b="1" dirty="0"/>
              <a:t>Fields</a:t>
            </a:r>
            <a:r>
              <a:rPr lang="en-US" sz="2000" dirty="0"/>
              <a:t>: </a:t>
            </a:r>
            <a:r>
              <a:rPr lang="en-US" sz="2000" dirty="0" err="1"/>
              <a:t>move_id</a:t>
            </a:r>
            <a:r>
              <a:rPr lang="en-US" sz="2000" dirty="0"/>
              <a:t>, </a:t>
            </a:r>
            <a:r>
              <a:rPr lang="en-US" sz="2000" dirty="0" err="1"/>
              <a:t>game_id</a:t>
            </a:r>
            <a:r>
              <a:rPr lang="en-US" sz="2000" dirty="0"/>
              <a:t>, </a:t>
            </a:r>
            <a:r>
              <a:rPr lang="en-US" sz="2000" dirty="0" err="1"/>
              <a:t>user_id</a:t>
            </a:r>
            <a:r>
              <a:rPr lang="en-US" sz="2000" dirty="0"/>
              <a:t>, move </a:t>
            </a:r>
          </a:p>
          <a:p>
            <a:r>
              <a:rPr lang="en-US" sz="2000" dirty="0"/>
              <a:t> Records whether a player chose:</a:t>
            </a:r>
          </a:p>
          <a:p>
            <a:r>
              <a:rPr lang="en-US" sz="2000" dirty="0"/>
              <a:t>ROCK </a:t>
            </a:r>
          </a:p>
          <a:p>
            <a:r>
              <a:rPr lang="en-US" sz="2000" dirty="0"/>
              <a:t>PAPER </a:t>
            </a:r>
          </a:p>
          <a:p>
            <a:r>
              <a:rPr lang="en-US" sz="2000" dirty="0"/>
              <a:t>SCISSORS</a:t>
            </a: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82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40B4-B462-F22D-0950-B6710CF9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4A9BBA5-9A38-1657-0653-14EC0D3B9CE4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6656BA03-D3A4-CDEA-202C-38C81F635B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4C109C39-054A-E81F-70B9-386F94A44C3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1533A0EA-DA31-1EB6-ADF3-083AD01A4E8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E8E014C-4F7F-C10B-D153-7578A6AE564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5ECF7B6-4D35-5116-1FBA-A710C58C5A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98FBF8DD-4922-6047-5E1A-EAFBB22DFB9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E3A23-6F7A-9CD3-0012-E9E7C7331AAD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3" name="AutoShape 2" descr="Generated image: Rock-paper-scissors database blueprint">
            <a:extLst>
              <a:ext uri="{FF2B5EF4-FFF2-40B4-BE49-F238E27FC236}">
                <a16:creationId xmlns:a16="http://schemas.microsoft.com/office/drawing/2014/main" id="{1776DA36-F09E-D4E2-6C54-082CC0B18A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 descr="Generated image: Rock-paper-scissors database blueprint">
            <a:extLst>
              <a:ext uri="{FF2B5EF4-FFF2-40B4-BE49-F238E27FC236}">
                <a16:creationId xmlns:a16="http://schemas.microsoft.com/office/drawing/2014/main" id="{AD82E327-2659-A6ED-4D1C-731C1FCA68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9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6" descr="Generated image: Rock-paper-scissors database blueprint">
            <a:extLst>
              <a:ext uri="{FF2B5EF4-FFF2-40B4-BE49-F238E27FC236}">
                <a16:creationId xmlns:a16="http://schemas.microsoft.com/office/drawing/2014/main" id="{780BED73-D24A-BFCE-2A95-2B52E1F61D6A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2590801" y="1863393"/>
            <a:ext cx="4766004" cy="499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8" descr="Generated image: Rock-paper-scissors database blueprint">
            <a:extLst>
              <a:ext uri="{FF2B5EF4-FFF2-40B4-BE49-F238E27FC236}">
                <a16:creationId xmlns:a16="http://schemas.microsoft.com/office/drawing/2014/main" id="{AE88DDE1-6C5D-3B28-B2C5-CB5FA207247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2743201" y="2015793"/>
            <a:ext cx="4766004" cy="499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ADBDB0-80D7-1CC5-F16E-337264599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083979"/>
            <a:ext cx="8991600" cy="454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70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872251" y="1037173"/>
            <a:ext cx="792480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latin typeface="Times New Roman" pitchFamily="18" charset="0"/>
              </a:rPr>
              <a:t>Game Start </a:t>
            </a: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Module: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latin typeface="Times New Roman" pitchFamily="18" charset="0"/>
              </a:rPr>
              <a:t>           </a:t>
            </a:r>
            <a:r>
              <a:rPr lang="en-US" altLang="zh-CN" sz="2400" dirty="0" err="1">
                <a:latin typeface="Times New Roman" pitchFamily="18" charset="0"/>
              </a:rPr>
              <a:t>Initialises</a:t>
            </a:r>
            <a:r>
              <a:rPr lang="en-US" altLang="zh-CN" sz="2400" dirty="0">
                <a:latin typeface="Times New Roman" pitchFamily="18" charset="0"/>
              </a:rPr>
              <a:t> the game and allows the user to start a new Rock-Paper-Scissors session.</a:t>
            </a: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User </a:t>
            </a:r>
            <a:r>
              <a:rPr lang="en-US" altLang="zh-CN" sz="2400" b="1" dirty="0">
                <a:latin typeface="Times New Roman" pitchFamily="18" charset="0"/>
              </a:rPr>
              <a:t>Input </a:t>
            </a: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Module: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itchFamily="18" charset="0"/>
              </a:rPr>
              <a:t>          Accepts and validates the player’s choice to ensure the correct input.</a:t>
            </a:r>
            <a:endParaRPr lang="en-US" altLang="zh-CN" sz="24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latin typeface="Times New Roman" pitchFamily="18" charset="0"/>
              </a:rPr>
              <a:t>Computer Move </a:t>
            </a: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Module: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itchFamily="18" charset="0"/>
              </a:rPr>
              <a:t>         Generates a random choice for the computer using Java’s random number generation.</a:t>
            </a:r>
            <a:endParaRPr lang="en-US" altLang="zh-CN" sz="24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latin typeface="Times New Roman" pitchFamily="18" charset="0"/>
              </a:rPr>
              <a:t>Game Logic</a:t>
            </a: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 Module: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itchFamily="18" charset="0"/>
              </a:rPr>
              <a:t>         Applies Rock-Paper-Scissors rules to compare the user’s and computer’s choices and determine the result. </a:t>
            </a:r>
            <a:endParaRPr lang="en-US" altLang="zh-CN" sz="24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latin typeface="Times New Roman" pitchFamily="18" charset="0"/>
              </a:rPr>
              <a:t>Score Management </a:t>
            </a: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Module: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latin typeface="Times New Roman" pitchFamily="18" charset="0"/>
              </a:rPr>
              <a:t>          </a:t>
            </a:r>
            <a:r>
              <a:rPr lang="en-US" altLang="zh-CN" sz="2400" dirty="0">
                <a:latin typeface="Times New Roman" pitchFamily="18" charset="0"/>
              </a:rPr>
              <a:t>Tracks and updates the score for the user and the computer after each round.</a:t>
            </a:r>
            <a:endParaRPr lang="en-US" altLang="zh-CN" sz="24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B5F307-65AB-CD27-AF0D-93E7F6376843}"/>
              </a:ext>
            </a:extLst>
          </p:cNvPr>
          <p:cNvSpPr txBox="1"/>
          <p:nvPr/>
        </p:nvSpPr>
        <p:spPr>
          <a:xfrm rot="10800000">
            <a:off x="872251" y="793046"/>
            <a:ext cx="9033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itchFamily="18" charset="0"/>
              </a:rPr>
              <a:t>.</a:t>
            </a:r>
            <a:endParaRPr lang="zh-CN" altLang="en-US" sz="18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7A6E-C969-4FC6-1638-B02DC985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18CD80CE-9A20-C3F9-675C-6A5559C46A59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4EE6F78B-EB8B-E507-510F-5E3E95B98B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60BFA710-1140-7847-52D3-8D6778096E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49D1D7BE-6FAB-E379-94E6-040D6A76585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191A9B2-D3E3-35FE-4108-715E3C7C4C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0A15CDC-61F7-A7B4-E469-6B0C11999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C71D08-C2F1-0E7E-1D5D-669DEF4FBD1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B09BF8-939E-6C76-4342-E04259FF568B}"/>
              </a:ext>
            </a:extLst>
          </p:cNvPr>
          <p:cNvSpPr txBox="1"/>
          <p:nvPr/>
        </p:nvSpPr>
        <p:spPr>
          <a:xfrm>
            <a:off x="990600" y="1449777"/>
            <a:ext cx="8763000" cy="91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Login window: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u="none" strike="noStrike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 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6FC775-95CA-2858-586F-997D0B2631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981200"/>
            <a:ext cx="7772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69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882AF-3F85-D02B-B167-92BB06FA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51F8D081-5351-6A34-F61D-4BFC9E697C5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5B86A6D7-44C7-3F2E-0E87-B0BE38F5E60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0CAD93E-47B3-5F1C-50C3-CCFC6FA0C3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D61A56A4-0FD7-4B40-8D6B-4C66C95E7C9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CA7F524B-FE9E-1FF8-1621-5EDB9B2A9EB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CFAF95C4-DE06-BB07-8BE1-1C14ACA3A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11877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3AD385-1BD8-C19B-6526-BBB862770E8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E39BD-B38D-F038-C3C2-37F3F226C77D}"/>
              </a:ext>
            </a:extLst>
          </p:cNvPr>
          <p:cNvSpPr txBox="1"/>
          <p:nvPr/>
        </p:nvSpPr>
        <p:spPr>
          <a:xfrm>
            <a:off x="457200" y="1449777"/>
            <a:ext cx="9296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Main Window:</a:t>
            </a:r>
            <a:endParaRPr lang="en-IN" sz="2400" dirty="0"/>
          </a:p>
          <a:p>
            <a:r>
              <a:rPr lang="en-IN" sz="1800" b="1" dirty="0"/>
              <a:t> </a:t>
            </a:r>
            <a:endParaRPr lang="en-IN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E7B8DF-388E-C893-1CDD-C84BEDCB9F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180536"/>
            <a:ext cx="7543800" cy="460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83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61D0-099F-C774-0062-C8956AD10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C44C1A33-7C14-0DEB-3965-284AF49FCF96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5AD8913-F996-8CEC-7934-417EC50677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4C01121-5342-6ED4-E848-5F0A26A4F2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E76C04D3-36A1-A3D8-4753-54D754D0682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EDA527A-944E-DD9F-9390-C3FE8A62152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1E0144C-CD6A-71E3-CB87-9E558AD5F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50118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63F76BCB-14FA-BBEA-1CDB-64C0E4637DB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08911D-DB8D-864A-A56A-021103D1465A}"/>
              </a:ext>
            </a:extLst>
          </p:cNvPr>
          <p:cNvSpPr txBox="1"/>
          <p:nvPr/>
        </p:nvSpPr>
        <p:spPr>
          <a:xfrm>
            <a:off x="990600" y="1449777"/>
            <a:ext cx="8763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Add Window:</a:t>
            </a:r>
            <a:endParaRPr lang="en-IN" sz="2400" dirty="0"/>
          </a:p>
          <a:p>
            <a:r>
              <a:rPr lang="en-IN" sz="1800" b="1" dirty="0"/>
              <a:t> </a:t>
            </a:r>
            <a:endParaRPr lang="en-IN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15B339-1B6D-5859-9002-401432F37E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981200"/>
            <a:ext cx="8077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3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AADD-4D19-CE1A-A0AE-6EEF3536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7B9191B-FE96-8A59-9690-2C061E758CB3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0D78732-F9B9-1FDA-D8E5-B64B1742716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F82D761-8FA6-96D2-9CDC-DFD4213896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678599C3-BD7C-742E-28E2-F7E1A4CB43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F6FA399-08A4-A0BD-F528-C5D21B7052B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8F364F5D-D793-1E9D-BAE2-D5AEB2FAA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3FA4B9F1-F58E-6088-7BFB-C923676C0FF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DFF7E8-2D7E-EE44-718C-EFE70C9A2E40}"/>
              </a:ext>
            </a:extLst>
          </p:cNvPr>
          <p:cNvSpPr txBox="1"/>
          <p:nvPr/>
        </p:nvSpPr>
        <p:spPr>
          <a:xfrm>
            <a:off x="990600" y="1449777"/>
            <a:ext cx="8763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Update  Window:</a:t>
            </a:r>
            <a:endParaRPr lang="en-IN" sz="2400" dirty="0"/>
          </a:p>
          <a:p>
            <a:r>
              <a:rPr lang="en-IN" sz="2400" b="1" dirty="0"/>
              <a:t> </a:t>
            </a:r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528E58-4450-70FA-8F81-42C5A05603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905000"/>
            <a:ext cx="7086600" cy="570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49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6B15-FBBA-88E4-439B-3760D86B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93131E-D2BB-EC5C-2A95-924FDF20D02E}"/>
              </a:ext>
            </a:extLst>
          </p:cNvPr>
          <p:cNvSpPr txBox="1"/>
          <p:nvPr/>
        </p:nvSpPr>
        <p:spPr>
          <a:xfrm>
            <a:off x="314911" y="1143000"/>
            <a:ext cx="9448800" cy="665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1. GUI Interface</a:t>
            </a:r>
          </a:p>
          <a:p>
            <a:r>
              <a:rPr lang="en-IN" sz="2000" dirty="0"/>
              <a:t>Build using </a:t>
            </a:r>
            <a:r>
              <a:rPr lang="en-IN" sz="2000" b="1" dirty="0"/>
              <a:t>Java Swing / JavaFX</a:t>
            </a:r>
            <a:r>
              <a:rPr lang="en-IN" sz="2000" dirty="0"/>
              <a:t> </a:t>
            </a:r>
          </a:p>
          <a:p>
            <a:r>
              <a:rPr lang="en-IN" sz="2000" dirty="0"/>
              <a:t>Make game visually attractive </a:t>
            </a:r>
          </a:p>
          <a:p>
            <a:r>
              <a:rPr lang="en-IN" sz="2000" b="1" dirty="0"/>
              <a:t> 2. Single Player Mode</a:t>
            </a:r>
          </a:p>
          <a:p>
            <a:r>
              <a:rPr lang="en-IN" sz="2000" dirty="0"/>
              <a:t>Play against computer (AI) </a:t>
            </a:r>
          </a:p>
          <a:p>
            <a:r>
              <a:rPr lang="en-IN" sz="2000" dirty="0"/>
              <a:t>Random or intelligent moves </a:t>
            </a:r>
          </a:p>
          <a:p>
            <a:r>
              <a:rPr lang="en-IN" sz="2000" b="1" dirty="0"/>
              <a:t> 3. Online Multiplayer</a:t>
            </a:r>
          </a:p>
          <a:p>
            <a:r>
              <a:rPr lang="en-IN" sz="2000" dirty="0"/>
              <a:t>Connect players over internet </a:t>
            </a:r>
          </a:p>
          <a:p>
            <a:r>
              <a:rPr lang="en-IN" sz="2000" dirty="0"/>
              <a:t>Use </a:t>
            </a:r>
            <a:r>
              <a:rPr lang="en-IN" sz="2000" b="1" dirty="0"/>
              <a:t>Sockets (Java Networking)</a:t>
            </a:r>
            <a:r>
              <a:rPr lang="en-IN" sz="2000" dirty="0"/>
              <a:t> </a:t>
            </a:r>
          </a:p>
          <a:p>
            <a:r>
              <a:rPr lang="en-IN" sz="2000" b="1" dirty="0"/>
              <a:t> 4. Leaderboard System</a:t>
            </a:r>
          </a:p>
          <a:p>
            <a:r>
              <a:rPr lang="en-IN" sz="2000" dirty="0"/>
              <a:t>Show top players </a:t>
            </a:r>
          </a:p>
          <a:p>
            <a:r>
              <a:rPr lang="en-IN" sz="2000" dirty="0"/>
              <a:t>Rank based on wins </a:t>
            </a:r>
          </a:p>
          <a:p>
            <a:r>
              <a:rPr lang="en-IN" sz="2000" b="1" dirty="0"/>
              <a:t> 5. Sound &amp; Animation</a:t>
            </a:r>
          </a:p>
          <a:p>
            <a:r>
              <a:rPr lang="en-IN" sz="2000" dirty="0"/>
              <a:t>Add effects for moves and winning </a:t>
            </a:r>
          </a:p>
          <a:p>
            <a:r>
              <a:rPr lang="en-IN" sz="2000" dirty="0"/>
              <a:t>Improves user experience </a:t>
            </a:r>
          </a:p>
          <a:p>
            <a:r>
              <a:rPr lang="en-IN" sz="2000" b="1" dirty="0"/>
              <a:t> 6. Timer-Based Game</a:t>
            </a:r>
          </a:p>
          <a:p>
            <a:r>
              <a:rPr lang="en-IN" sz="2000" dirty="0"/>
              <a:t>Players must choose within time </a:t>
            </a:r>
          </a:p>
          <a:p>
            <a:r>
              <a:rPr lang="en-IN" sz="2000" dirty="0"/>
              <a:t>Adds difficulty </a:t>
            </a:r>
          </a:p>
          <a:p>
            <a:r>
              <a:rPr lang="en-IN" sz="2000" b="1" dirty="0"/>
              <a:t> 7. Mobile App Version</a:t>
            </a:r>
          </a:p>
          <a:p>
            <a:r>
              <a:rPr lang="en-IN" sz="2000" dirty="0"/>
              <a:t>Convert project to Android app</a:t>
            </a:r>
          </a:p>
          <a:p>
            <a:pPr algn="just">
              <a:lnSpc>
                <a:spcPct val="150000"/>
              </a:lnSpc>
            </a:pPr>
            <a:endParaRPr lang="en-IN" sz="2000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AA4C980-B3A7-207C-41C1-E5E20AC1774F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FCE0C84F-6254-D24F-D561-30DE987BE3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909B96B-5C39-8043-CA2D-5B828EFA75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5015D36-BC2F-3B81-753E-F473E84B785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2E63626-00F9-C9BD-F925-C51513AE50E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D4D54D4E-EE1A-E311-1FB3-DF54075DF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49027" y="438046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987431-337A-DB3D-5560-70B732DBEDE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89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02E41-7E6E-9AB7-4311-D58503EE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32D71BC4-812B-11BE-6A6C-1CA5A91B779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897A887-118D-142E-FC3E-D6BE5C1E979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69A73B6-BAAC-6763-2263-E88C0E65C7C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B12E086F-BA20-7EBA-DFAA-D7884D2F86C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CD22B9F6-01CA-54BB-97B5-0180CEF24C6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459A9DA-9776-0281-AD94-A452E7257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4015" y="429568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6E0266AA-A7A6-E24C-77B4-437EA276627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4CBA68-397A-15A9-6B6E-DBB8DEA873B7}"/>
              </a:ext>
            </a:extLst>
          </p:cNvPr>
          <p:cNvSpPr txBox="1"/>
          <p:nvPr/>
        </p:nvSpPr>
        <p:spPr>
          <a:xfrm>
            <a:off x="762000" y="793046"/>
            <a:ext cx="83058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sz="2000" dirty="0"/>
              <a:t>Java: The Complete Reference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For Java programming concepts and syntax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Head First Java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Beginner-friendly explanation of Java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Database System Concepts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For database design and ER models </a:t>
            </a:r>
          </a:p>
          <a:p>
            <a:pPr>
              <a:buNone/>
            </a:pPr>
            <a:br>
              <a:rPr lang="en-IN" sz="2000" dirty="0"/>
            </a:br>
            <a:r>
              <a:rPr lang="en-IN" sz="2000" dirty="0"/>
              <a:t> Websites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Oracle Java Documentation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>
                <a:hlinkClick r:id="rId6"/>
              </a:rPr>
              <a:t>https://docs.oracle.com</a:t>
            </a:r>
            <a:r>
              <a:rPr lang="en-IN" sz="20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Official guide for Java programming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MySQL Documentation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>
                <a:hlinkClick r:id="rId7"/>
              </a:rPr>
              <a:t>https://dev.mysql.com/doc</a:t>
            </a:r>
            <a:r>
              <a:rPr lang="en-IN" sz="20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For database creation and queries 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W3Schools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>
                <a:hlinkClick r:id="rId8"/>
              </a:rPr>
              <a:t>https://www.w3schools.com</a:t>
            </a:r>
            <a:r>
              <a:rPr lang="en-IN" sz="20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Easy tutorials for Java, SQL, JDBC </a:t>
            </a:r>
          </a:p>
          <a:p>
            <a:pPr>
              <a:buFont typeface="+mj-lt"/>
              <a:buAutoNum type="arabicPeriod"/>
            </a:pPr>
            <a:r>
              <a:rPr lang="en-IN" sz="2000" dirty="0" err="1"/>
              <a:t>GeeksforGeeks</a:t>
            </a:r>
            <a:r>
              <a:rPr lang="en-IN" sz="20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>
                <a:hlinkClick r:id="rId9"/>
              </a:rPr>
              <a:t>https://www.geeksforgeeks.org</a:t>
            </a:r>
            <a:r>
              <a:rPr lang="en-IN" sz="20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For coding examples and logic </a:t>
            </a:r>
          </a:p>
        </p:txBody>
      </p:sp>
    </p:spTree>
    <p:extLst>
      <p:ext uri="{BB962C8B-B14F-4D97-AF65-F5344CB8AC3E}">
        <p14:creationId xmlns:p14="http://schemas.microsoft.com/office/powerpoint/2010/main" val="2182020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381000" y="1323261"/>
            <a:ext cx="9448800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The </a:t>
            </a:r>
            <a:r>
              <a:rPr lang="en-US" altLang="zh-CN" sz="2000" dirty="0">
                <a:latin typeface="Times New Roman" pitchFamily="18" charset="0"/>
              </a:rPr>
              <a:t>Rock-Paper-Scissors game automates the traditional gameplay in a simple and interactive manner.</a:t>
            </a:r>
            <a:endParaRPr lang="en-US" altLang="zh-CN" sz="20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The </a:t>
            </a:r>
            <a:r>
              <a:rPr lang="en-US" altLang="zh-CN" sz="2000" dirty="0">
                <a:latin typeface="Times New Roman" pitchFamily="18" charset="0"/>
              </a:rPr>
              <a:t>Java-based implementation ensures accurate result evaluation and smooth execution.</a:t>
            </a:r>
            <a:endParaRPr lang="en-US" altLang="zh-CN" sz="20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0" i="0" u="none" strike="noStrike" kern="0" cap="none" spc="0" baseline="0" dirty="0">
                <a:solidFill>
                  <a:schemeClr val="tx1"/>
                </a:solidFill>
                <a:latin typeface="Times New Roman" pitchFamily="18" charset="0"/>
                <a:ea typeface="Droid Sans"/>
                <a:cs typeface="Times New Roman" pitchFamily="18" charset="0"/>
              </a:rPr>
              <a:t>Java provides robustness, simplicity, and scalability.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dirty="0">
                <a:latin typeface="Times New Roman" pitchFamily="18" charset="0"/>
              </a:rPr>
              <a:t>The project focuses on understanding game logic, implementing core Java concepts, and enhancing user experience.</a:t>
            </a:r>
            <a:endParaRPr lang="en-US" altLang="zh-CN" sz="20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2616</TotalTime>
  <Words>821</Words>
  <Application>Microsoft Office PowerPoint</Application>
  <PresentationFormat>Custom</PresentationFormat>
  <Paragraphs>155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Droid Sans</vt:lpstr>
      <vt:lpstr>Palatino Linotype</vt:lpstr>
      <vt:lpstr>Times New Roman</vt:lpstr>
      <vt:lpstr>Office Theme</vt:lpstr>
      <vt:lpstr>Java Programming  Project Final Review</vt:lpstr>
      <vt:lpstr>PowerPoint Presentation</vt:lpstr>
      <vt:lpstr>ABSTRACT</vt:lpstr>
      <vt:lpstr>PowerPoint Presentation</vt:lpstr>
      <vt:lpstr>PowerPoint Presentation</vt:lpstr>
      <vt:lpstr>PowerPoint Presentation</vt:lpstr>
      <vt:lpstr>Database Design</vt:lpstr>
      <vt:lpstr>Database Design</vt:lpstr>
      <vt:lpstr>SYSTEM DESIGN</vt:lpstr>
      <vt:lpstr>System Implementation</vt:lpstr>
      <vt:lpstr>System Implementation</vt:lpstr>
      <vt:lpstr>System Implementation</vt:lpstr>
      <vt:lpstr>System Implementation</vt:lpstr>
      <vt:lpstr>Future Enhancements</vt:lpstr>
      <vt:lpstr>References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chakravartula geethika sri</cp:lastModifiedBy>
  <cp:revision>51</cp:revision>
  <cp:lastPrinted>2025-10-14T18:21:49Z</cp:lastPrinted>
  <dcterms:created xsi:type="dcterms:W3CDTF">2025-10-10T08:28:06Z</dcterms:created>
  <dcterms:modified xsi:type="dcterms:W3CDTF">2026-04-04T08:56:26Z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